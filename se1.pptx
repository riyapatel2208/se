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80" r:id="rId8"/>
    <p:sldId id="281" r:id="rId9"/>
    <p:sldId id="260" r:id="rId10"/>
    <p:sldId id="275" r:id="rId11"/>
    <p:sldId id="277" r:id="rId12"/>
    <p:sldId id="278" r:id="rId13"/>
    <p:sldId id="274" r:id="rId14"/>
    <p:sldId id="276" r:id="rId15"/>
    <p:sldId id="264" r:id="rId16"/>
    <p:sldId id="265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7F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480" autoAdjust="0"/>
    <p:restoredTop sz="94660"/>
  </p:normalViewPr>
  <p:slideViewPr>
    <p:cSldViewPr>
      <p:cViewPr varScale="1">
        <p:scale>
          <a:sx n="83" d="100"/>
          <a:sy n="83" d="100"/>
        </p:scale>
        <p:origin x="-15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4190C8F-7C37-40D2-8735-07178B203DAA}" type="datetimeFigureOut">
              <a:rPr lang="en-US" smtClean="0"/>
              <a:pPr/>
              <a:t>4/11/2024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F759230-A36D-4A88-93A1-10AD32E53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15242" cy="17526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		Submitted by : Parikshit Vaghela(212308020)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	        	Guidance by : Dr.Ruchita shah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28736"/>
            <a:ext cx="9001156" cy="1714488"/>
          </a:xfrm>
        </p:spPr>
        <p:txBody>
          <a:bodyPr/>
          <a:lstStyle/>
          <a:p>
            <a:r>
              <a:rPr lang="en-US" dirty="0"/>
              <a:t>Grocery shop inventory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❖ Introduction</a:t>
            </a:r>
          </a:p>
          <a:p>
            <a:pPr>
              <a:buNone/>
            </a:pPr>
            <a:r>
              <a:rPr lang="en-US" dirty="0"/>
              <a:t>❖ Existing System </a:t>
            </a:r>
          </a:p>
          <a:p>
            <a:pPr>
              <a:buNone/>
            </a:pPr>
            <a:r>
              <a:rPr lang="en-US" dirty="0"/>
              <a:t>❖ Existing System Flowchart Diagram </a:t>
            </a:r>
          </a:p>
          <a:p>
            <a:pPr>
              <a:buNone/>
            </a:pPr>
            <a:r>
              <a:rPr lang="en-US" dirty="0"/>
              <a:t>❖ Existing System ER Diagram </a:t>
            </a:r>
          </a:p>
          <a:p>
            <a:pPr>
              <a:buNone/>
            </a:pPr>
            <a:r>
              <a:rPr lang="en-US" dirty="0"/>
              <a:t>❖ Existing Use-case Description </a:t>
            </a:r>
          </a:p>
          <a:p>
            <a:pPr>
              <a:buNone/>
            </a:pPr>
            <a:r>
              <a:rPr lang="en-US" dirty="0"/>
              <a:t>❖ New System </a:t>
            </a:r>
          </a:p>
          <a:p>
            <a:pPr>
              <a:buNone/>
            </a:pPr>
            <a:r>
              <a:rPr lang="en-US" dirty="0"/>
              <a:t>❖ Data Flow Diagram </a:t>
            </a:r>
          </a:p>
          <a:p>
            <a:pPr>
              <a:buNone/>
            </a:pPr>
            <a:r>
              <a:rPr lang="en-US" dirty="0"/>
              <a:t>❖ Use-case Description </a:t>
            </a:r>
          </a:p>
          <a:p>
            <a:pPr>
              <a:buNone/>
            </a:pPr>
            <a:r>
              <a:rPr lang="en-US" dirty="0"/>
              <a:t>❖ Use-case Diagram</a:t>
            </a:r>
          </a:p>
          <a:p>
            <a:pPr>
              <a:buClrTx/>
              <a:buNone/>
            </a:pPr>
            <a:r>
              <a:rPr lang="en-US" dirty="0"/>
              <a:t>❖ Activity Diagram</a:t>
            </a:r>
          </a:p>
          <a:p>
            <a:pPr>
              <a:buNone/>
            </a:pPr>
            <a:r>
              <a:rPr lang="en-US" dirty="0"/>
              <a:t>❖ Data Dictionary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Inventory management system refer to the process of storing ordering and selling of goods and services . The discipline also involves the management of various supplies and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no computerized system present that’s why I want to make computerized application of grocery inventory management system.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Existing System Flowchart Diagram</a:t>
            </a:r>
          </a:p>
        </p:txBody>
      </p:sp>
      <p:sp>
        <p:nvSpPr>
          <p:cNvPr id="11" name="Oval 10"/>
          <p:cNvSpPr/>
          <p:nvPr/>
        </p:nvSpPr>
        <p:spPr>
          <a:xfrm>
            <a:off x="4071934" y="1000108"/>
            <a:ext cx="785818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214810" y="1071546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1868" y="1785926"/>
            <a:ext cx="1857388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00430" y="2643182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Purchase item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3306" y="3357562"/>
            <a:ext cx="1785950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643306" y="4214818"/>
            <a:ext cx="1785950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43306" y="5000636"/>
            <a:ext cx="1785950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500430" y="1857364"/>
            <a:ext cx="2071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Visit shop</a:t>
            </a:r>
          </a:p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500430" y="3357562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430" y="428625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Get Bill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8992" y="507207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Mange stock</a:t>
            </a:r>
          </a:p>
        </p:txBody>
      </p:sp>
      <p:sp>
        <p:nvSpPr>
          <p:cNvPr id="25" name="Oval 24"/>
          <p:cNvSpPr/>
          <p:nvPr/>
        </p:nvSpPr>
        <p:spPr>
          <a:xfrm>
            <a:off x="4143372" y="5786454"/>
            <a:ext cx="785818" cy="5000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286248" y="585789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Stop</a:t>
            </a:r>
          </a:p>
        </p:txBody>
      </p:sp>
      <p:cxnSp>
        <p:nvCxnSpPr>
          <p:cNvPr id="28" name="Straight Arrow Connector 27"/>
          <p:cNvCxnSpPr>
            <a:endCxn id="13" idx="0"/>
          </p:cNvCxnSpPr>
          <p:nvPr/>
        </p:nvCxnSpPr>
        <p:spPr>
          <a:xfrm rot="5400000">
            <a:off x="4358481" y="1642256"/>
            <a:ext cx="285751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2" idx="2"/>
            <a:endCxn id="15" idx="0"/>
          </p:cNvCxnSpPr>
          <p:nvPr/>
        </p:nvCxnSpPr>
        <p:spPr>
          <a:xfrm rot="5400000">
            <a:off x="4357686" y="317896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4287044" y="3999708"/>
            <a:ext cx="428627" cy="15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8" idx="2"/>
            <a:endCxn id="19" idx="0"/>
          </p:cNvCxnSpPr>
          <p:nvPr/>
        </p:nvCxnSpPr>
        <p:spPr>
          <a:xfrm rot="5400000">
            <a:off x="4357686" y="4822041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9" idx="2"/>
            <a:endCxn id="25" idx="0"/>
          </p:cNvCxnSpPr>
          <p:nvPr/>
        </p:nvCxnSpPr>
        <p:spPr>
          <a:xfrm rot="5400000">
            <a:off x="4357686" y="5607859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714744" y="2571744"/>
            <a:ext cx="1643074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rot="5400000">
            <a:off x="4326729" y="2388387"/>
            <a:ext cx="3476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28670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Existing System ER Diagram</a:t>
            </a:r>
          </a:p>
        </p:txBody>
      </p:sp>
      <p:pic>
        <p:nvPicPr>
          <p:cNvPr id="1026" name="Picture 2" descr="C:\Users\Hetvi Dasadiya\Pictures\Screenshots\Screenshot (81)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607004"/>
            <a:ext cx="7772400" cy="432232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000364" y="1571612"/>
            <a:ext cx="3286148" cy="8572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85786" y="5715016"/>
            <a:ext cx="7929618" cy="21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Existing System Use Case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Owner:-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Manage Customer , product , payment , bill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Purchase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Sell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Give payment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Get payment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Customer:-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Purchase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Give payment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Supplier:-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Sell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Get payment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79F010-091C-FF41-CCED-175329B0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Existing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88BF7E-1143-076F-8367-9D668F1810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1.Time Consuming:: Paper work take extra time in all process. Find files, do entry, calculate manually all processes are need time.
 2.Difficult to Manage Files:: Note all process in files and manage these all separate files is difficult. Update or delete the entry in file is make file non-attractive.
 3.Data Security Problem:: There is risk to lost the files or anybody can access files and show the data inside files so data inside files are not secure. 
4.Difficulty in data analysis:: The accountants usually found it difficult to analyze the customer’s data during generation of expenditure bills due to missing of some records.
 5.Large Storage space:: We have to store all files like customer file, companies files , Items files </a:t>
            </a:r>
            <a:r>
              <a:rPr lang="en-US" dirty="0" err="1"/>
              <a:t>etc</a:t>
            </a:r>
            <a:r>
              <a:rPr lang="en-US" dirty="0"/>
              <a:t> which need space .</a:t>
            </a:r>
          </a:p>
        </p:txBody>
      </p:sp>
    </p:spTree>
    <p:extLst>
      <p:ext uri="{BB962C8B-B14F-4D97-AF65-F5344CB8AC3E}">
        <p14:creationId xmlns:p14="http://schemas.microsoft.com/office/powerpoint/2010/main" xmlns="" val="6355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 no computerized system exist so I will create a new system in the future , where owner can view , add , remove stock and create bill.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Data Flow Context level(0 level)Diagram </a:t>
            </a:r>
          </a:p>
        </p:txBody>
      </p:sp>
      <p:sp>
        <p:nvSpPr>
          <p:cNvPr id="8" name="Rectangle 7"/>
          <p:cNvSpPr/>
          <p:nvPr/>
        </p:nvSpPr>
        <p:spPr>
          <a:xfrm>
            <a:off x="3714744" y="5572140"/>
            <a:ext cx="1428760" cy="714380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Supplier</a:t>
            </a:r>
          </a:p>
        </p:txBody>
      </p:sp>
      <p:pic>
        <p:nvPicPr>
          <p:cNvPr id="1027" name="Picture 3" descr="C:\Users\Hetvi Dasadiya\Pictures\Screenshots\Screenshot (87).png"/>
          <p:cNvPicPr>
            <a:picLocks noChangeAspect="1" noChangeArrowheads="1"/>
          </p:cNvPicPr>
          <p:nvPr/>
        </p:nvPicPr>
        <p:blipFill>
          <a:blip r:embed="rId2"/>
          <a:srcRect r="2487" b="11524"/>
          <a:stretch>
            <a:fillRect/>
          </a:stretch>
        </p:blipFill>
        <p:spPr bwMode="auto">
          <a:xfrm>
            <a:off x="142844" y="1214422"/>
            <a:ext cx="8650317" cy="43878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24" y="0"/>
            <a:ext cx="7772400" cy="6318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Flow 1 level Diagram </a:t>
            </a:r>
          </a:p>
        </p:txBody>
      </p:sp>
      <p:sp>
        <p:nvSpPr>
          <p:cNvPr id="4" name="Rectangle 3"/>
          <p:cNvSpPr/>
          <p:nvPr/>
        </p:nvSpPr>
        <p:spPr>
          <a:xfrm>
            <a:off x="285720" y="1000108"/>
            <a:ext cx="1285884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5" name="Oval 4"/>
          <p:cNvSpPr/>
          <p:nvPr/>
        </p:nvSpPr>
        <p:spPr>
          <a:xfrm>
            <a:off x="3643306" y="1643050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product</a:t>
            </a:r>
          </a:p>
        </p:txBody>
      </p:sp>
      <p:sp>
        <p:nvSpPr>
          <p:cNvPr id="6" name="Oval 5"/>
          <p:cNvSpPr/>
          <p:nvPr/>
        </p:nvSpPr>
        <p:spPr>
          <a:xfrm>
            <a:off x="3643306" y="2285992"/>
            <a:ext cx="2286016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8" name="Oval 7"/>
          <p:cNvSpPr/>
          <p:nvPr/>
        </p:nvSpPr>
        <p:spPr>
          <a:xfrm>
            <a:off x="3643306" y="2928934"/>
            <a:ext cx="2286016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Bill</a:t>
            </a:r>
          </a:p>
        </p:txBody>
      </p:sp>
      <p:sp>
        <p:nvSpPr>
          <p:cNvPr id="9" name="Oval 8"/>
          <p:cNvSpPr/>
          <p:nvPr/>
        </p:nvSpPr>
        <p:spPr>
          <a:xfrm>
            <a:off x="3571868" y="1000108"/>
            <a:ext cx="2357454" cy="4286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Visit shop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71934" y="3643314"/>
            <a:ext cx="1428760" cy="2857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Owner</a:t>
            </a:r>
          </a:p>
        </p:txBody>
      </p:sp>
      <p:cxnSp>
        <p:nvCxnSpPr>
          <p:cNvPr id="28" name="Straight Arrow Connector 27"/>
          <p:cNvCxnSpPr>
            <a:endCxn id="5" idx="0"/>
          </p:cNvCxnSpPr>
          <p:nvPr/>
        </p:nvCxnSpPr>
        <p:spPr>
          <a:xfrm rot="5400000">
            <a:off x="4715670" y="1535100"/>
            <a:ext cx="214314" cy="15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6" idx="0"/>
          </p:cNvCxnSpPr>
          <p:nvPr/>
        </p:nvCxnSpPr>
        <p:spPr>
          <a:xfrm rot="5400000">
            <a:off x="4643439" y="2143116"/>
            <a:ext cx="28575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4"/>
            <a:endCxn id="8" idx="0"/>
          </p:cNvCxnSpPr>
          <p:nvPr/>
        </p:nvCxnSpPr>
        <p:spPr>
          <a:xfrm rot="5400000">
            <a:off x="4643438" y="2786058"/>
            <a:ext cx="28575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6" idx="0"/>
          </p:cNvCxnSpPr>
          <p:nvPr/>
        </p:nvCxnSpPr>
        <p:spPr>
          <a:xfrm rot="5400000">
            <a:off x="4608514" y="3463925"/>
            <a:ext cx="357189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4" idx="3"/>
            <a:endCxn id="9" idx="2"/>
          </p:cNvCxnSpPr>
          <p:nvPr/>
        </p:nvCxnSpPr>
        <p:spPr>
          <a:xfrm>
            <a:off x="1571604" y="1214422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endCxn id="16" idx="3"/>
          </p:cNvCxnSpPr>
          <p:nvPr/>
        </p:nvCxnSpPr>
        <p:spPr>
          <a:xfrm rot="5400000">
            <a:off x="5286380" y="2000240"/>
            <a:ext cx="2000264" cy="1571636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6000760" y="1785926"/>
            <a:ext cx="1071570" cy="357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5" idx="2"/>
          </p:cNvCxnSpPr>
          <p:nvPr/>
        </p:nvCxnSpPr>
        <p:spPr>
          <a:xfrm rot="10800000" flipV="1">
            <a:off x="2428860" y="1821644"/>
            <a:ext cx="1214446" cy="357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 rot="5400000">
            <a:off x="2108183" y="2178835"/>
            <a:ext cx="642148" cy="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V="1">
            <a:off x="2428860" y="2464588"/>
            <a:ext cx="1214446" cy="357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2928926" y="1643050"/>
            <a:ext cx="50006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215074" y="1571612"/>
            <a:ext cx="50006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43570" y="3500438"/>
            <a:ext cx="1357322" cy="21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Manage all things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43174" y="4786322"/>
            <a:ext cx="4143404" cy="928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i="1" dirty="0">
                <a:solidFill>
                  <a:schemeClr val="tx1"/>
                </a:solidFill>
              </a:rPr>
              <a:t>Customer DFD level1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4348" y="2143116"/>
            <a:ext cx="1285884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Owner</a:t>
            </a:r>
          </a:p>
        </p:txBody>
      </p:sp>
      <p:sp>
        <p:nvSpPr>
          <p:cNvPr id="5" name="Oval 4"/>
          <p:cNvSpPr/>
          <p:nvPr/>
        </p:nvSpPr>
        <p:spPr>
          <a:xfrm>
            <a:off x="3500430" y="2143116"/>
            <a:ext cx="2357454" cy="4286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Inquiry</a:t>
            </a:r>
          </a:p>
        </p:txBody>
      </p:sp>
      <p:sp>
        <p:nvSpPr>
          <p:cNvPr id="6" name="Oval 5"/>
          <p:cNvSpPr/>
          <p:nvPr/>
        </p:nvSpPr>
        <p:spPr>
          <a:xfrm>
            <a:off x="3500430" y="3071810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product</a:t>
            </a:r>
          </a:p>
        </p:txBody>
      </p:sp>
      <p:sp>
        <p:nvSpPr>
          <p:cNvPr id="7" name="Oval 6"/>
          <p:cNvSpPr/>
          <p:nvPr/>
        </p:nvSpPr>
        <p:spPr>
          <a:xfrm>
            <a:off x="3571868" y="3786190"/>
            <a:ext cx="2286016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8" name="Oval 7"/>
          <p:cNvSpPr/>
          <p:nvPr/>
        </p:nvSpPr>
        <p:spPr>
          <a:xfrm>
            <a:off x="3571868" y="4643446"/>
            <a:ext cx="2286016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71934" y="5500702"/>
            <a:ext cx="1285884" cy="2857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Supplier</a:t>
            </a: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2285985" y="3250404"/>
            <a:ext cx="1214446" cy="357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1929588" y="3642520"/>
            <a:ext cx="71438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7" idx="2"/>
          </p:cNvCxnSpPr>
          <p:nvPr/>
        </p:nvCxnSpPr>
        <p:spPr>
          <a:xfrm flipV="1">
            <a:off x="2285984" y="3964785"/>
            <a:ext cx="1285884" cy="357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857884" y="3286124"/>
            <a:ext cx="928694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71"/>
          <p:cNvCxnSpPr>
            <a:endCxn id="9" idx="3"/>
          </p:cNvCxnSpPr>
          <p:nvPr/>
        </p:nvCxnSpPr>
        <p:spPr>
          <a:xfrm rot="5400000">
            <a:off x="4893472" y="3750470"/>
            <a:ext cx="2357455" cy="1428761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500694" y="5357826"/>
            <a:ext cx="1143008" cy="2143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Manage all things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3636" y="3071810"/>
            <a:ext cx="50006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6050" y="3071810"/>
            <a:ext cx="50006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19" name="Straight Arrow Connector 18"/>
          <p:cNvCxnSpPr>
            <a:stCxn id="4" idx="3"/>
            <a:endCxn id="5" idx="2"/>
          </p:cNvCxnSpPr>
          <p:nvPr/>
        </p:nvCxnSpPr>
        <p:spPr>
          <a:xfrm>
            <a:off x="2000232" y="2357430"/>
            <a:ext cx="150019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4"/>
            <a:endCxn id="6" idx="0"/>
          </p:cNvCxnSpPr>
          <p:nvPr/>
        </p:nvCxnSpPr>
        <p:spPr>
          <a:xfrm rot="5400000">
            <a:off x="4429124" y="2821777"/>
            <a:ext cx="50006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4"/>
            <a:endCxn id="7" idx="0"/>
          </p:cNvCxnSpPr>
          <p:nvPr/>
        </p:nvCxnSpPr>
        <p:spPr>
          <a:xfrm rot="16200000" flipH="1">
            <a:off x="4518421" y="3589735"/>
            <a:ext cx="357190" cy="357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7" idx="4"/>
            <a:endCxn id="8" idx="0"/>
          </p:cNvCxnSpPr>
          <p:nvPr/>
        </p:nvCxnSpPr>
        <p:spPr>
          <a:xfrm rot="5400000">
            <a:off x="4464843" y="4393413"/>
            <a:ext cx="50006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4"/>
            <a:endCxn id="9" idx="0"/>
          </p:cNvCxnSpPr>
          <p:nvPr/>
        </p:nvCxnSpPr>
        <p:spPr>
          <a:xfrm rot="5400000">
            <a:off x="4464843" y="5250669"/>
            <a:ext cx="50006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643174" y="785794"/>
            <a:ext cx="4143404" cy="9286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i="1" dirty="0">
                <a:solidFill>
                  <a:schemeClr val="tx1"/>
                </a:solidFill>
              </a:rPr>
              <a:t>Owner DFD level1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290"/>
            <a:ext cx="77724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Use Case Diagram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785794"/>
            <a:ext cx="7772400" cy="621510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Owner:-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Login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Manage Customer , product , payment , bill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Purchase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Give payment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Customer:-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Purchase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Give payment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Supplier:-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Sell product</a:t>
            </a:r>
          </a:p>
          <a:p>
            <a:pPr lvl="2">
              <a:buFont typeface="Wingdings" pitchFamily="2" charset="2"/>
              <a:buChar char="v"/>
            </a:pPr>
            <a:r>
              <a:rPr lang="en-US" dirty="0"/>
              <a:t>Get payment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857232"/>
          </a:xfrm>
        </p:spPr>
        <p:txBody>
          <a:bodyPr/>
          <a:lstStyle/>
          <a:p>
            <a:pPr algn="ctr"/>
            <a:r>
              <a:rPr lang="en-US" dirty="0"/>
              <a:t>Use Case Diagram</a:t>
            </a:r>
          </a:p>
        </p:txBody>
      </p:sp>
      <p:pic>
        <p:nvPicPr>
          <p:cNvPr id="4" name="Picture 2" descr="C:\Users\Dell\AppData\Local\Packages\Microsoft.Windows.Photos_8wekyb3d8bbwe\TempState\ShareServiceTempFolder\download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057401"/>
            <a:ext cx="701818" cy="1300162"/>
          </a:xfrm>
          <a:prstGeom prst="rect">
            <a:avLst/>
          </a:prstGeom>
          <a:noFill/>
        </p:spPr>
      </p:pic>
      <p:pic>
        <p:nvPicPr>
          <p:cNvPr id="5" name="Picture 2" descr="C:\Users\Dell\AppData\Local\Packages\Microsoft.Windows.Photos_8wekyb3d8bbwe\TempState\ShareServiceTempFolder\download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9586" y="4643446"/>
            <a:ext cx="771234" cy="1428760"/>
          </a:xfrm>
          <a:prstGeom prst="rect">
            <a:avLst/>
          </a:prstGeom>
          <a:noFill/>
        </p:spPr>
      </p:pic>
      <p:pic>
        <p:nvPicPr>
          <p:cNvPr id="6" name="Picture 2" descr="C:\Users\Dell\AppData\Local\Packages\Microsoft.Windows.Photos_8wekyb3d8bbwe\TempState\ShareServiceTempFolder\download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43900" y="1071546"/>
            <a:ext cx="857256" cy="15001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8" name="Oval 7"/>
          <p:cNvSpPr/>
          <p:nvPr/>
        </p:nvSpPr>
        <p:spPr>
          <a:xfrm>
            <a:off x="3643306" y="1285860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9" name="Oval 8"/>
          <p:cNvSpPr/>
          <p:nvPr/>
        </p:nvSpPr>
        <p:spPr>
          <a:xfrm>
            <a:off x="3714744" y="6286520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 Bill</a:t>
            </a:r>
          </a:p>
        </p:txBody>
      </p:sp>
      <p:sp>
        <p:nvSpPr>
          <p:cNvPr id="10" name="Oval 9"/>
          <p:cNvSpPr/>
          <p:nvPr/>
        </p:nvSpPr>
        <p:spPr>
          <a:xfrm>
            <a:off x="3643306" y="5357826"/>
            <a:ext cx="1071570" cy="7143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Credit/debit</a:t>
            </a:r>
          </a:p>
        </p:txBody>
      </p:sp>
      <p:sp>
        <p:nvSpPr>
          <p:cNvPr id="11" name="Oval 10"/>
          <p:cNvSpPr/>
          <p:nvPr/>
        </p:nvSpPr>
        <p:spPr>
          <a:xfrm>
            <a:off x="4786314" y="5357826"/>
            <a:ext cx="1000132" cy="78581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Only cash</a:t>
            </a:r>
          </a:p>
        </p:txBody>
      </p:sp>
      <p:sp>
        <p:nvSpPr>
          <p:cNvPr id="12" name="Oval 11"/>
          <p:cNvSpPr/>
          <p:nvPr/>
        </p:nvSpPr>
        <p:spPr>
          <a:xfrm>
            <a:off x="3643306" y="4786322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Give Payment</a:t>
            </a:r>
          </a:p>
        </p:txBody>
      </p:sp>
      <p:sp>
        <p:nvSpPr>
          <p:cNvPr id="13" name="Oval 12"/>
          <p:cNvSpPr/>
          <p:nvPr/>
        </p:nvSpPr>
        <p:spPr>
          <a:xfrm>
            <a:off x="3643306" y="4214818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Purchase product</a:t>
            </a:r>
          </a:p>
        </p:txBody>
      </p:sp>
      <p:sp>
        <p:nvSpPr>
          <p:cNvPr id="14" name="Oval 13"/>
          <p:cNvSpPr/>
          <p:nvPr/>
        </p:nvSpPr>
        <p:spPr>
          <a:xfrm>
            <a:off x="3571868" y="3643314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 payment</a:t>
            </a:r>
          </a:p>
        </p:txBody>
      </p:sp>
      <p:sp>
        <p:nvSpPr>
          <p:cNvPr id="15" name="Oval 14"/>
          <p:cNvSpPr/>
          <p:nvPr/>
        </p:nvSpPr>
        <p:spPr>
          <a:xfrm>
            <a:off x="3643306" y="3071810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 Product</a:t>
            </a:r>
          </a:p>
        </p:txBody>
      </p:sp>
      <p:sp>
        <p:nvSpPr>
          <p:cNvPr id="16" name="Oval 15"/>
          <p:cNvSpPr/>
          <p:nvPr/>
        </p:nvSpPr>
        <p:spPr>
          <a:xfrm>
            <a:off x="5072066" y="2000240"/>
            <a:ext cx="1500198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Password</a:t>
            </a:r>
          </a:p>
        </p:txBody>
      </p:sp>
      <p:sp>
        <p:nvSpPr>
          <p:cNvPr id="17" name="Oval 16"/>
          <p:cNvSpPr/>
          <p:nvPr/>
        </p:nvSpPr>
        <p:spPr>
          <a:xfrm>
            <a:off x="3571868" y="2500306"/>
            <a:ext cx="2357454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 customer</a:t>
            </a:r>
          </a:p>
        </p:txBody>
      </p:sp>
      <p:sp>
        <p:nvSpPr>
          <p:cNvPr id="18" name="Oval 17"/>
          <p:cNvSpPr/>
          <p:nvPr/>
        </p:nvSpPr>
        <p:spPr>
          <a:xfrm>
            <a:off x="3214678" y="2000240"/>
            <a:ext cx="1143008" cy="35719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Uname</a:t>
            </a:r>
          </a:p>
        </p:txBody>
      </p:sp>
      <p:cxnSp>
        <p:nvCxnSpPr>
          <p:cNvPr id="20" name="Straight Arrow Connector 19"/>
          <p:cNvCxnSpPr>
            <a:stCxn id="8" idx="3"/>
            <a:endCxn id="18" idx="0"/>
          </p:cNvCxnSpPr>
          <p:nvPr/>
        </p:nvCxnSpPr>
        <p:spPr>
          <a:xfrm rot="5400000">
            <a:off x="3682616" y="1694308"/>
            <a:ext cx="409499" cy="2023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8" idx="5"/>
            <a:endCxn id="16" idx="0"/>
          </p:cNvCxnSpPr>
          <p:nvPr/>
        </p:nvCxnSpPr>
        <p:spPr>
          <a:xfrm rot="16200000" flipH="1">
            <a:off x="5534093" y="1712167"/>
            <a:ext cx="409499" cy="1666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0" idx="0"/>
          </p:cNvCxnSpPr>
          <p:nvPr/>
        </p:nvCxnSpPr>
        <p:spPr>
          <a:xfrm rot="10800000" flipV="1">
            <a:off x="4179092" y="5143512"/>
            <a:ext cx="392909" cy="2143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4"/>
            <a:endCxn id="11" idx="0"/>
          </p:cNvCxnSpPr>
          <p:nvPr/>
        </p:nvCxnSpPr>
        <p:spPr>
          <a:xfrm rot="16200000" flipH="1">
            <a:off x="4947049" y="5018495"/>
            <a:ext cx="214314" cy="464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4" idx="3"/>
            <a:endCxn id="8" idx="2"/>
          </p:cNvCxnSpPr>
          <p:nvPr/>
        </p:nvCxnSpPr>
        <p:spPr>
          <a:xfrm flipV="1">
            <a:off x="1921018" y="1464455"/>
            <a:ext cx="1722288" cy="1243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4" idx="3"/>
            <a:endCxn id="17" idx="2"/>
          </p:cNvCxnSpPr>
          <p:nvPr/>
        </p:nvCxnSpPr>
        <p:spPr>
          <a:xfrm flipV="1">
            <a:off x="1921018" y="2678901"/>
            <a:ext cx="1650850" cy="28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4" idx="3"/>
            <a:endCxn id="15" idx="2"/>
          </p:cNvCxnSpPr>
          <p:nvPr/>
        </p:nvCxnSpPr>
        <p:spPr>
          <a:xfrm>
            <a:off x="1921018" y="2707482"/>
            <a:ext cx="1722288" cy="542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928794" y="2714620"/>
            <a:ext cx="1650850" cy="1114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3" idx="2"/>
            <a:endCxn id="4" idx="3"/>
          </p:cNvCxnSpPr>
          <p:nvPr/>
        </p:nvCxnSpPr>
        <p:spPr>
          <a:xfrm rot="10800000">
            <a:off x="1921018" y="2707483"/>
            <a:ext cx="1722288" cy="16859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2" idx="2"/>
            <a:endCxn id="4" idx="3"/>
          </p:cNvCxnSpPr>
          <p:nvPr/>
        </p:nvCxnSpPr>
        <p:spPr>
          <a:xfrm rot="10800000">
            <a:off x="1921018" y="2707483"/>
            <a:ext cx="1722288" cy="2257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9" idx="2"/>
            <a:endCxn id="4" idx="3"/>
          </p:cNvCxnSpPr>
          <p:nvPr/>
        </p:nvCxnSpPr>
        <p:spPr>
          <a:xfrm rot="10800000">
            <a:off x="1921018" y="2707483"/>
            <a:ext cx="1793726" cy="37576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6" idx="1"/>
            <a:endCxn id="17" idx="6"/>
          </p:cNvCxnSpPr>
          <p:nvPr/>
        </p:nvCxnSpPr>
        <p:spPr>
          <a:xfrm rot="10800000" flipV="1">
            <a:off x="5929322" y="1821645"/>
            <a:ext cx="2214578" cy="8572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6" idx="1"/>
            <a:endCxn id="15" idx="6"/>
          </p:cNvCxnSpPr>
          <p:nvPr/>
        </p:nvCxnSpPr>
        <p:spPr>
          <a:xfrm rot="10800000" flipV="1">
            <a:off x="6000760" y="1821645"/>
            <a:ext cx="2143140" cy="1428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" idx="1"/>
            <a:endCxn id="14" idx="6"/>
          </p:cNvCxnSpPr>
          <p:nvPr/>
        </p:nvCxnSpPr>
        <p:spPr>
          <a:xfrm rot="10800000" flipV="1">
            <a:off x="5929322" y="1821645"/>
            <a:ext cx="2214578" cy="2000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5" idx="1"/>
            <a:endCxn id="13" idx="6"/>
          </p:cNvCxnSpPr>
          <p:nvPr/>
        </p:nvCxnSpPr>
        <p:spPr>
          <a:xfrm rot="10800000">
            <a:off x="6000760" y="4393414"/>
            <a:ext cx="1928826" cy="964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" idx="1"/>
            <a:endCxn id="12" idx="6"/>
          </p:cNvCxnSpPr>
          <p:nvPr/>
        </p:nvCxnSpPr>
        <p:spPr>
          <a:xfrm rot="10800000">
            <a:off x="6000760" y="4964918"/>
            <a:ext cx="1928826" cy="392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42976" y="3643314"/>
            <a:ext cx="928694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Owner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43834" y="6215082"/>
            <a:ext cx="1357322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43834" y="2714620"/>
            <a:ext cx="1357322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Company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0787" y="2916792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Supplier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3900" y="2714620"/>
            <a:ext cx="785818" cy="285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Activity Diagram</a:t>
            </a:r>
          </a:p>
        </p:txBody>
      </p:sp>
      <p:sp>
        <p:nvSpPr>
          <p:cNvPr id="5" name="Oval 4"/>
          <p:cNvSpPr/>
          <p:nvPr/>
        </p:nvSpPr>
        <p:spPr>
          <a:xfrm>
            <a:off x="4500562" y="1142984"/>
            <a:ext cx="142876" cy="1428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500562" y="6429396"/>
            <a:ext cx="285752" cy="285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29058" y="1500174"/>
            <a:ext cx="1285884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929058" y="2143116"/>
            <a:ext cx="1285884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9058" y="2786058"/>
            <a:ext cx="1285884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View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29058" y="3429000"/>
            <a:ext cx="1347798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 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8582" y="4143380"/>
            <a:ext cx="1347798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to cart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8582" y="4857760"/>
            <a:ext cx="1347798" cy="428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9058" y="5572140"/>
            <a:ext cx="1347798" cy="714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Bill Generator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6500834"/>
            <a:ext cx="142876" cy="1428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5" idx="4"/>
            <a:endCxn id="8" idx="0"/>
          </p:cNvCxnSpPr>
          <p:nvPr/>
        </p:nvCxnSpPr>
        <p:spPr>
          <a:xfrm rot="5400000">
            <a:off x="4464843" y="1393017"/>
            <a:ext cx="21431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 rot="5400000">
            <a:off x="4464843" y="2035959"/>
            <a:ext cx="21431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2"/>
            <a:endCxn id="10" idx="0"/>
          </p:cNvCxnSpPr>
          <p:nvPr/>
        </p:nvCxnSpPr>
        <p:spPr>
          <a:xfrm rot="5400000">
            <a:off x="4464843" y="2678901"/>
            <a:ext cx="21431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0" idx="2"/>
            <a:endCxn id="11" idx="0"/>
          </p:cNvCxnSpPr>
          <p:nvPr/>
        </p:nvCxnSpPr>
        <p:spPr>
          <a:xfrm rot="16200000" flipH="1">
            <a:off x="4480321" y="3306364"/>
            <a:ext cx="214314" cy="309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2"/>
            <a:endCxn id="12" idx="0"/>
          </p:cNvCxnSpPr>
          <p:nvPr/>
        </p:nvCxnSpPr>
        <p:spPr>
          <a:xfrm rot="16200000" flipH="1">
            <a:off x="4464843" y="3995742"/>
            <a:ext cx="285752" cy="95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2" idx="2"/>
            <a:endCxn id="13" idx="0"/>
          </p:cNvCxnSpPr>
          <p:nvPr/>
        </p:nvCxnSpPr>
        <p:spPr>
          <a:xfrm rot="5400000">
            <a:off x="4469605" y="4714884"/>
            <a:ext cx="28575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3" idx="2"/>
            <a:endCxn id="14" idx="0"/>
          </p:cNvCxnSpPr>
          <p:nvPr/>
        </p:nvCxnSpPr>
        <p:spPr>
          <a:xfrm rot="5400000">
            <a:off x="4464843" y="5424502"/>
            <a:ext cx="285752" cy="95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4" idx="2"/>
            <a:endCxn id="7" idx="0"/>
          </p:cNvCxnSpPr>
          <p:nvPr/>
        </p:nvCxnSpPr>
        <p:spPr>
          <a:xfrm rot="16200000" flipH="1">
            <a:off x="4551759" y="6337717"/>
            <a:ext cx="142876" cy="404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Dictionary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Login:-This table is represent detail of owner login detail.</a:t>
            </a:r>
          </a:p>
          <a:p>
            <a:r>
              <a:rPr lang="en-US" dirty="0"/>
              <a:t>Item:-This table is represent detail of item detail.</a:t>
            </a:r>
          </a:p>
          <a:p>
            <a:r>
              <a:rPr lang="en-US" dirty="0"/>
              <a:t>Customer:- This table is represent detail of Customer details.</a:t>
            </a:r>
          </a:p>
          <a:p>
            <a:r>
              <a:rPr lang="en-US" dirty="0"/>
              <a:t>Supplier:- This table is represent detail of Supplier details.</a:t>
            </a:r>
          </a:p>
          <a:p>
            <a:r>
              <a:rPr lang="en-US" dirty="0"/>
              <a:t>Stock:- This table is represent detail of all item’s Stock 		    details.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etvi Dasadiya\Pictures\Screenshots\Screenshot (43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642918"/>
            <a:ext cx="5286375" cy="58880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2408</TotalTime>
  <Words>383</Words>
  <Application>Microsoft Office PowerPoint</Application>
  <PresentationFormat>On-screen Show (4:3)</PresentationFormat>
  <Paragraphs>110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Equity</vt:lpstr>
      <vt:lpstr>Grocery shop inventory management system</vt:lpstr>
      <vt:lpstr>Overview</vt:lpstr>
      <vt:lpstr>Introduction</vt:lpstr>
      <vt:lpstr>Existing System</vt:lpstr>
      <vt:lpstr>Existing System Flowchart Diagram</vt:lpstr>
      <vt:lpstr>Existing System ER Diagram</vt:lpstr>
      <vt:lpstr>Existing System Use Case Description</vt:lpstr>
      <vt:lpstr>Problem of Existing System </vt:lpstr>
      <vt:lpstr>New System</vt:lpstr>
      <vt:lpstr>Data Flow Context level(0 level)Diagram </vt:lpstr>
      <vt:lpstr>Data Flow 1 level Diagram </vt:lpstr>
      <vt:lpstr>Slide 12</vt:lpstr>
      <vt:lpstr>Use Case Diagram Description</vt:lpstr>
      <vt:lpstr>Use Case Diagram</vt:lpstr>
      <vt:lpstr>Activity Diagram</vt:lpstr>
      <vt:lpstr>Data Dictionary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Hetvi Dasadiya</dc:creator>
  <cp:lastModifiedBy>Hetvi Dasadiya</cp:lastModifiedBy>
  <cp:revision>123</cp:revision>
  <dcterms:created xsi:type="dcterms:W3CDTF">2024-03-31T16:16:58Z</dcterms:created>
  <dcterms:modified xsi:type="dcterms:W3CDTF">2024-04-11T02:54:51Z</dcterms:modified>
</cp:coreProperties>
</file>