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2.jpg" ContentType="image/png"/>
  <Override PartName="/ppt/media/image4.jpg" ContentType="image/png"/>
  <Override PartName="/ppt/media/image6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58" r:id="rId4"/>
    <p:sldId id="259" r:id="rId5"/>
    <p:sldId id="260" r:id="rId6"/>
    <p:sldId id="262" r:id="rId7"/>
    <p:sldId id="263" r:id="rId8"/>
    <p:sldId id="264" r:id="rId9"/>
    <p:sldId id="268" r:id="rId10"/>
    <p:sldId id="265" r:id="rId11"/>
    <p:sldId id="269" r:id="rId12"/>
    <p:sldId id="266" r:id="rId13"/>
    <p:sldId id="267" r:id="rId14"/>
    <p:sldId id="261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DE2E7-2CC8-4483-9EA1-EBCCB5845C12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07E90-7AB6-4506-9F49-4AC63B386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078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DE2E7-2CC8-4483-9EA1-EBCCB5845C12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07E90-7AB6-4506-9F49-4AC63B386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173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DE2E7-2CC8-4483-9EA1-EBCCB5845C12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07E90-7AB6-4506-9F49-4AC63B386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8488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DE2E7-2CC8-4483-9EA1-EBCCB5845C12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07E90-7AB6-4506-9F49-4AC63B386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0531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DE2E7-2CC8-4483-9EA1-EBCCB5845C12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07E90-7AB6-4506-9F49-4AC63B386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584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DE2E7-2CC8-4483-9EA1-EBCCB5845C12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07E90-7AB6-4506-9F49-4AC63B386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261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DE2E7-2CC8-4483-9EA1-EBCCB5845C12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07E90-7AB6-4506-9F49-4AC63B386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416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DE2E7-2CC8-4483-9EA1-EBCCB5845C12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07E90-7AB6-4506-9F49-4AC63B386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119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DE2E7-2CC8-4483-9EA1-EBCCB5845C12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07E90-7AB6-4506-9F49-4AC63B386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1541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DE2E7-2CC8-4483-9EA1-EBCCB5845C12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07E90-7AB6-4506-9F49-4AC63B386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87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DE2E7-2CC8-4483-9EA1-EBCCB5845C12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07E90-7AB6-4506-9F49-4AC63B386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436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ADE2E7-2CC8-4483-9EA1-EBCCB5845C12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507E90-7AB6-4506-9F49-4AC63B386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160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Travel Plan Booking System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32964"/>
            <a:ext cx="9144000" cy="1655762"/>
          </a:xfrm>
        </p:spPr>
        <p:txBody>
          <a:bodyPr/>
          <a:lstStyle/>
          <a:p>
            <a:r>
              <a:rPr lang="en-US" dirty="0" smtClean="0"/>
              <a:t>Presented by-</a:t>
            </a:r>
          </a:p>
          <a:p>
            <a:r>
              <a:rPr lang="en-US" dirty="0" smtClean="0"/>
              <a:t>Senghani Riya(240160510045)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4413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532" y="8070"/>
            <a:ext cx="3455126" cy="740864"/>
          </a:xfrm>
        </p:spPr>
        <p:txBody>
          <a:bodyPr>
            <a:normAutofit/>
          </a:bodyPr>
          <a:lstStyle/>
          <a:p>
            <a:r>
              <a:rPr lang="en-US" sz="3700" b="1" dirty="0" smtClean="0"/>
              <a:t>Existing System</a:t>
            </a:r>
            <a:endParaRPr lang="en-IN" sz="37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7869" y="748934"/>
            <a:ext cx="10726781" cy="2607037"/>
          </a:xfrm>
        </p:spPr>
        <p:txBody>
          <a:bodyPr>
            <a:normAutofit/>
          </a:bodyPr>
          <a:lstStyle/>
          <a:p>
            <a:pPr algn="just"/>
            <a:r>
              <a:rPr lang="en-US" sz="2000" dirty="0" smtClean="0"/>
              <a:t>In the existing system, all work is performed manually. </a:t>
            </a:r>
          </a:p>
          <a:p>
            <a:pPr algn="just"/>
            <a:r>
              <a:rPr lang="en-US" sz="2000" dirty="0" smtClean="0"/>
              <a:t>Customers must visit the travel agency in person to inquire about travel packages, book tickets, make payments, and collect receipts.</a:t>
            </a:r>
          </a:p>
          <a:p>
            <a:pPr algn="just"/>
            <a:r>
              <a:rPr lang="en-US" sz="2000" dirty="0" smtClean="0"/>
              <a:t>Tour packages are recorded in notebooks, and customer details are managed using physical registers. </a:t>
            </a:r>
          </a:p>
          <a:p>
            <a:pPr algn="just"/>
            <a:r>
              <a:rPr lang="en-US" sz="2000" dirty="0" smtClean="0"/>
              <a:t>Advertisements are mainly published in local newspapers or promoted within local markets. </a:t>
            </a:r>
          </a:p>
          <a:p>
            <a:pPr algn="just"/>
            <a:r>
              <a:rPr lang="en-US" sz="2000" dirty="0" smtClean="0"/>
              <a:t>Travel services are limited to a specific area and serve only a limited number of customers.</a:t>
            </a:r>
            <a:endParaRPr lang="en-IN" sz="20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-6532" y="3463515"/>
            <a:ext cx="4900749" cy="7408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 smtClean="0"/>
              <a:t>Existing System Problems</a:t>
            </a:r>
            <a:endParaRPr lang="en-IN" sz="4000" b="1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16430" y="4311923"/>
            <a:ext cx="10818220" cy="2607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dirty="0" smtClean="0"/>
              <a:t>The manual system is time-consuming and inefficient. </a:t>
            </a:r>
          </a:p>
          <a:p>
            <a:pPr algn="just"/>
            <a:r>
              <a:rPr lang="en-US" sz="2000" dirty="0" smtClean="0"/>
              <a:t>Customers face inconvenience by having to visit the office for every service. </a:t>
            </a:r>
          </a:p>
          <a:p>
            <a:pPr algn="just"/>
            <a:r>
              <a:rPr lang="en-US" sz="2000" dirty="0" smtClean="0"/>
              <a:t>Managing customer records, package details, and payment receipts in physical registers increases the chances of data loss or errors. </a:t>
            </a:r>
          </a:p>
          <a:p>
            <a:pPr algn="just"/>
            <a:r>
              <a:rPr lang="en-US" sz="2000" dirty="0" smtClean="0"/>
              <a:t>Marketing reach is limited due to traditional advertising methods. </a:t>
            </a:r>
          </a:p>
          <a:p>
            <a:pPr algn="just"/>
            <a:r>
              <a:rPr lang="en-US" sz="2000" dirty="0" smtClean="0"/>
              <a:t>Additionally, the travel service coverage is restricted to a small area, limiting the business's growth and customer base.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431302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766" y="574127"/>
            <a:ext cx="3455126" cy="740864"/>
          </a:xfrm>
        </p:spPr>
        <p:txBody>
          <a:bodyPr>
            <a:normAutofit/>
          </a:bodyPr>
          <a:lstStyle/>
          <a:p>
            <a:r>
              <a:rPr lang="en-US" sz="3700" b="1" dirty="0" smtClean="0"/>
              <a:t>New System</a:t>
            </a:r>
            <a:endParaRPr lang="en-IN" sz="37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2406" y="1689460"/>
            <a:ext cx="10726781" cy="4432666"/>
          </a:xfrm>
        </p:spPr>
        <p:txBody>
          <a:bodyPr>
            <a:normAutofit/>
          </a:bodyPr>
          <a:lstStyle/>
          <a:p>
            <a:pPr algn="just"/>
            <a:r>
              <a:rPr lang="en-US" sz="2200" dirty="0" smtClean="0"/>
              <a:t>The new system is a web-based application designed to automate and improve the travel booking process. </a:t>
            </a:r>
          </a:p>
          <a:p>
            <a:pPr algn="just"/>
            <a:r>
              <a:rPr lang="en-US" sz="2200" dirty="0" smtClean="0"/>
              <a:t>It allows customers to search for available travel packages online, view detailed package information, and make bookings from anywhere. </a:t>
            </a:r>
          </a:p>
          <a:p>
            <a:pPr algn="just"/>
            <a:r>
              <a:rPr lang="en-US" sz="2200" dirty="0" smtClean="0"/>
              <a:t>The system also includes online payment functionality, enabling secure transactions without the need for in-person visits. </a:t>
            </a:r>
          </a:p>
          <a:p>
            <a:pPr algn="just"/>
            <a:r>
              <a:rPr lang="en-US" sz="2200" dirty="0" smtClean="0"/>
              <a:t>Customers can generate and view various reports, such as booking history and payment receipts. </a:t>
            </a:r>
          </a:p>
          <a:p>
            <a:pPr algn="just"/>
            <a:r>
              <a:rPr lang="en-US" sz="2200" dirty="0" smtClean="0"/>
              <a:t>Additionally, the system provides a facility for booking cancellations, where 15% of the amount is deducted as a cancellation charge, and the remaining balance is refunded.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614952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72143" y="563561"/>
            <a:ext cx="4900749" cy="7408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 smtClean="0"/>
              <a:t>Need for a New System</a:t>
            </a:r>
            <a:endParaRPr lang="en-IN" sz="4000" b="1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33400" y="1943192"/>
            <a:ext cx="10988040" cy="42486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200" dirty="0" smtClean="0"/>
              <a:t>It eliminates the need for customers to visit the travel office physically, saving time and increasing convenience. </a:t>
            </a:r>
          </a:p>
          <a:p>
            <a:pPr algn="just"/>
            <a:r>
              <a:rPr lang="en-US" sz="2200" dirty="0" smtClean="0"/>
              <a:t>With online search and booking features, the system enhances customer experience and accessibility. </a:t>
            </a:r>
          </a:p>
          <a:p>
            <a:pPr algn="just"/>
            <a:r>
              <a:rPr lang="en-US" sz="2200" dirty="0" smtClean="0"/>
              <a:t>Automated data management ensures accuracy and reduces the risk of lost or misplaced records.</a:t>
            </a:r>
          </a:p>
          <a:p>
            <a:pPr algn="just"/>
            <a:r>
              <a:rPr lang="en-US" sz="2200" dirty="0" smtClean="0"/>
              <a:t>Online payments and cancellation policies also streamline operations and make the service more customer-friendly and professional.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592112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72142" y="563561"/>
            <a:ext cx="6433457" cy="7408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 smtClean="0"/>
              <a:t>Services Provided by New System</a:t>
            </a:r>
            <a:endParaRPr lang="en-IN" sz="4000" b="1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839686" y="1742895"/>
            <a:ext cx="4038600" cy="21498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dirty="0" smtClean="0"/>
              <a:t>View Package</a:t>
            </a:r>
          </a:p>
          <a:p>
            <a:pPr algn="just"/>
            <a:r>
              <a:rPr lang="en-US" sz="2400" dirty="0" smtClean="0"/>
              <a:t>Search Package</a:t>
            </a:r>
          </a:p>
          <a:p>
            <a:pPr algn="just"/>
            <a:r>
              <a:rPr lang="en-US" sz="2400" dirty="0" smtClean="0"/>
              <a:t>Package Booking  </a:t>
            </a:r>
          </a:p>
          <a:p>
            <a:pPr algn="just"/>
            <a:r>
              <a:rPr lang="en-US" sz="2400" dirty="0" smtClean="0"/>
              <a:t>Cancel Booking</a:t>
            </a:r>
          </a:p>
          <a:p>
            <a:pPr algn="just"/>
            <a:r>
              <a:rPr lang="en-US" sz="2400" dirty="0" smtClean="0"/>
              <a:t>Online Payment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69182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32805" y="258761"/>
            <a:ext cx="6433457" cy="7408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 smtClean="0"/>
              <a:t>Entity Relationship Diagram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196" y="1236617"/>
            <a:ext cx="8784877" cy="5129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947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50222" y="67172"/>
            <a:ext cx="2218509" cy="7408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 smtClean="0"/>
              <a:t>Use case</a:t>
            </a:r>
            <a:endParaRPr lang="en-IN" sz="4000" b="1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15685" y="1316175"/>
            <a:ext cx="10691949" cy="27420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dirty="0" smtClean="0"/>
              <a:t>Admin can login , manage user ,  receive package from </a:t>
            </a:r>
            <a:r>
              <a:rPr lang="en-US" sz="2400" dirty="0" smtClean="0"/>
              <a:t>travel Agent, </a:t>
            </a:r>
            <a:r>
              <a:rPr lang="en-US" sz="2400" dirty="0" smtClean="0"/>
              <a:t>manage ticket booking, manage payment and view feedback.</a:t>
            </a:r>
          </a:p>
          <a:p>
            <a:pPr algn="just"/>
            <a:r>
              <a:rPr lang="en-US" sz="2400" dirty="0" smtClean="0"/>
              <a:t>Customer can view package , search package , book package , cancel package , make payment and give feedback.</a:t>
            </a:r>
          </a:p>
          <a:p>
            <a:pPr algn="just"/>
            <a:r>
              <a:rPr lang="en-US" sz="2400" dirty="0" smtClean="0"/>
              <a:t>Travel Agent can manage tour , manage tour package cost , manage bus travel and give package to the admin.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26157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992" y="105507"/>
            <a:ext cx="691810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4137" y="2656840"/>
            <a:ext cx="38113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Use Case </a:t>
            </a:r>
            <a:r>
              <a:rPr lang="en-US" sz="3600" dirty="0" smtClean="0"/>
              <a:t>Diagram : Travel Agent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507457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44137" y="2656840"/>
            <a:ext cx="35182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Activity Diagram : Travel Agent</a:t>
            </a:r>
            <a:endParaRPr lang="en-IN" sz="3600" dirty="0"/>
          </a:p>
        </p:txBody>
      </p:sp>
      <p:grpSp>
        <p:nvGrpSpPr>
          <p:cNvPr id="5" name="Group 4"/>
          <p:cNvGrpSpPr/>
          <p:nvPr/>
        </p:nvGrpSpPr>
        <p:grpSpPr>
          <a:xfrm>
            <a:off x="5619567" y="237392"/>
            <a:ext cx="6333759" cy="6435969"/>
            <a:chOff x="5619567" y="237392"/>
            <a:chExt cx="6333759" cy="6435969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19567" y="237392"/>
              <a:ext cx="6333759" cy="6435969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5619567" y="237392"/>
              <a:ext cx="1617784" cy="5011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 smtClean="0">
                  <a:solidFill>
                    <a:schemeClr val="tx1"/>
                  </a:solidFill>
                </a:rPr>
                <a:t>Travel Agent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4724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0458" y="123092"/>
            <a:ext cx="610366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8391" y="2683217"/>
            <a:ext cx="38113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Use Case </a:t>
            </a:r>
            <a:r>
              <a:rPr lang="en-US" sz="3600" dirty="0" smtClean="0"/>
              <a:t>Diagram : </a:t>
            </a:r>
            <a:r>
              <a:rPr lang="en-US" sz="3600" dirty="0" smtClean="0"/>
              <a:t>Admin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4027318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44137" y="2656840"/>
            <a:ext cx="35182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Activity Diagram : Admin</a:t>
            </a:r>
            <a:endParaRPr lang="en-IN" sz="3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3031" y="87923"/>
            <a:ext cx="5847123" cy="665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731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1666" y="79131"/>
            <a:ext cx="61036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4137" y="2656840"/>
            <a:ext cx="43916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Use Case </a:t>
            </a:r>
            <a:r>
              <a:rPr lang="en-US" sz="3600" dirty="0" smtClean="0"/>
              <a:t>Diagram : </a:t>
            </a:r>
            <a:r>
              <a:rPr lang="en-US" sz="3600" dirty="0" smtClean="0"/>
              <a:t>Customer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076053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44137" y="2656840"/>
            <a:ext cx="35182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Activity Diagram : Customer</a:t>
            </a:r>
            <a:endParaRPr lang="en-IN" sz="3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829" y="175845"/>
            <a:ext cx="5599867" cy="6479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883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72143" y="563561"/>
            <a:ext cx="3420292" cy="7408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 smtClean="0"/>
              <a:t>Data Dictionary</a:t>
            </a:r>
            <a:endParaRPr lang="en-IN" sz="4000" b="1" dirty="0"/>
          </a:p>
        </p:txBody>
      </p:sp>
      <p:sp>
        <p:nvSpPr>
          <p:cNvPr id="2" name="Rectangle 1"/>
          <p:cNvSpPr/>
          <p:nvPr/>
        </p:nvSpPr>
        <p:spPr>
          <a:xfrm>
            <a:off x="365759" y="1734906"/>
            <a:ext cx="1025869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err="1" smtClean="0"/>
              <a:t>Travel_agent</a:t>
            </a:r>
            <a:r>
              <a:rPr lang="en-IN" sz="2000" dirty="0" smtClean="0"/>
              <a:t>(Id, Name)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/>
              <a:t>Admin(</a:t>
            </a:r>
            <a:r>
              <a:rPr lang="en-IN" sz="2000" dirty="0" err="1" smtClean="0"/>
              <a:t>UserName</a:t>
            </a:r>
            <a:r>
              <a:rPr lang="en-IN" sz="2000" dirty="0" smtClean="0"/>
              <a:t>, Password)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/>
              <a:t>Customer(</a:t>
            </a:r>
            <a:r>
              <a:rPr lang="en-IN" sz="2000" dirty="0" err="1" smtClean="0"/>
              <a:t>UserName</a:t>
            </a:r>
            <a:r>
              <a:rPr lang="en-IN" sz="2000" dirty="0" smtClean="0"/>
              <a:t>, Password, Address)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/>
              <a:t>Package(</a:t>
            </a:r>
            <a:r>
              <a:rPr lang="en-IN" sz="2000" dirty="0" err="1" smtClean="0"/>
              <a:t>Package_id</a:t>
            </a:r>
            <a:r>
              <a:rPr lang="en-IN" sz="2000" dirty="0" smtClean="0"/>
              <a:t>, </a:t>
            </a:r>
            <a:r>
              <a:rPr lang="en-IN" sz="2000" dirty="0" err="1" smtClean="0"/>
              <a:t>Package_name</a:t>
            </a:r>
            <a:r>
              <a:rPr lang="en-IN" sz="2000" dirty="0" smtClean="0"/>
              <a:t>, </a:t>
            </a:r>
            <a:r>
              <a:rPr lang="en-IN" sz="2000" dirty="0" err="1" smtClean="0"/>
              <a:t>Package_price</a:t>
            </a:r>
            <a:r>
              <a:rPr lang="en-IN" sz="2000" dirty="0" smtClean="0"/>
              <a:t>)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err="1" smtClean="0"/>
              <a:t>Ticket_Booking</a:t>
            </a:r>
            <a:r>
              <a:rPr lang="en-IN" sz="2000" dirty="0" smtClean="0"/>
              <a:t>(Date, Price, </a:t>
            </a:r>
            <a:r>
              <a:rPr lang="en-IN" sz="2000" dirty="0" err="1" smtClean="0"/>
              <a:t>Package_id</a:t>
            </a:r>
            <a:r>
              <a:rPr lang="en-IN" sz="2000" dirty="0" smtClean="0"/>
              <a:t> (Foreign Key))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/>
              <a:t>Payment(</a:t>
            </a:r>
            <a:r>
              <a:rPr lang="en-IN" sz="2000" dirty="0" err="1" smtClean="0"/>
              <a:t>Mode,UserName</a:t>
            </a:r>
            <a:r>
              <a:rPr lang="en-IN" sz="2000" dirty="0" smtClean="0"/>
              <a:t> (likely referencing either Customer or Admin), Date, </a:t>
            </a:r>
            <a:r>
              <a:rPr lang="en-IN" sz="2000" dirty="0" err="1" smtClean="0"/>
              <a:t>Can_seat</a:t>
            </a:r>
            <a:r>
              <a:rPr lang="en-IN" sz="2000" dirty="0" smtClean="0"/>
              <a:t>)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err="1" smtClean="0"/>
              <a:t>Ticket_Cancellation</a:t>
            </a:r>
            <a:r>
              <a:rPr lang="en-IN" sz="2000" dirty="0" smtClean="0"/>
              <a:t>(Amount, Date (assumed, based on relation to Booking or Payment))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/>
              <a:t>Feedback(Username, Feedback (Text/Comment))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139699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71109" y="2473234"/>
            <a:ext cx="443266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 smtClean="0"/>
              <a:t>Thank You</a:t>
            </a:r>
            <a:endParaRPr lang="en-IN" sz="8000" dirty="0"/>
          </a:p>
        </p:txBody>
      </p:sp>
    </p:spTree>
    <p:extLst>
      <p:ext uri="{BB962C8B-B14F-4D97-AF65-F5344CB8AC3E}">
        <p14:creationId xmlns:p14="http://schemas.microsoft.com/office/powerpoint/2010/main" val="1014075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1618</TotalTime>
  <Words>469</Words>
  <Application>Microsoft Office PowerPoint</Application>
  <PresentationFormat>Widescreen</PresentationFormat>
  <Paragraphs>54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Travel Plan Booking System</vt:lpstr>
      <vt:lpstr>Existing System</vt:lpstr>
      <vt:lpstr>New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 Plan Booking System</dc:title>
  <dc:creator>Riya Patel</dc:creator>
  <cp:lastModifiedBy>Riya Patel</cp:lastModifiedBy>
  <cp:revision>32</cp:revision>
  <dcterms:created xsi:type="dcterms:W3CDTF">2025-04-18T23:09:44Z</dcterms:created>
  <dcterms:modified xsi:type="dcterms:W3CDTF">2025-04-22T17:17:50Z</dcterms:modified>
</cp:coreProperties>
</file>