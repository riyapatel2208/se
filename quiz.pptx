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6" r:id="rId8"/>
    <p:sldId id="262" r:id="rId9"/>
    <p:sldId id="264" r:id="rId10"/>
    <p:sldId id="260" r:id="rId11"/>
    <p:sldId id="261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49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23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7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79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49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52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67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1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23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42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48CBEC-75FC-40AB-8845-99AA9F6470C8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D7C7E2-5CE9-4D01-AB56-48BE718CE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10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79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84575" y="1898469"/>
            <a:ext cx="5804263" cy="4585065"/>
            <a:chOff x="723913" y="1558834"/>
            <a:chExt cx="5804263" cy="4585065"/>
          </a:xfrm>
        </p:grpSpPr>
        <p:sp>
          <p:nvSpPr>
            <p:cNvPr id="5" name="Rectangle 4"/>
            <p:cNvSpPr/>
            <p:nvPr userDrawn="1"/>
          </p:nvSpPr>
          <p:spPr>
            <a:xfrm>
              <a:off x="876313" y="1693819"/>
              <a:ext cx="5651863" cy="44500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723913" y="1558834"/>
              <a:ext cx="5651863" cy="4450080"/>
            </a:xfrm>
            <a:prstGeom prst="rect">
              <a:avLst/>
            </a:prstGeom>
            <a:solidFill>
              <a:srgbClr val="EBEBE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itle 79">
              <a:extLst>
                <a:ext uri="{FF2B5EF4-FFF2-40B4-BE49-F238E27FC236}">
                  <a16:creationId xmlns:a16="http://schemas.microsoft.com/office/drawing/2014/main" id="{02394CBA-755F-42B7-BF28-BDBB599FAAF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59194" y="2459643"/>
              <a:ext cx="4331412" cy="1954808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 smtClean="0">
                  <a:ln w="1905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ambria" pitchFamily="18" charset="0"/>
                  <a:ea typeface="Cambria" pitchFamily="18" charset="0"/>
                </a:rPr>
                <a:t>Online</a:t>
              </a:r>
              <a:r>
                <a:rPr lang="en-US" baseline="0" dirty="0" smtClean="0">
                  <a:ln w="1905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ambria" pitchFamily="18" charset="0"/>
                  <a:ea typeface="Cambria" pitchFamily="18" charset="0"/>
                </a:rPr>
                <a:t> </a:t>
              </a:r>
              <a:r>
                <a:rPr lang="en-US" dirty="0" smtClean="0">
                  <a:ln w="1905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ambria" pitchFamily="18" charset="0"/>
                  <a:ea typeface="Cambria" pitchFamily="18" charset="0"/>
                </a:rPr>
                <a:t>Quiz</a:t>
              </a:r>
            </a:p>
            <a:p>
              <a:r>
                <a:rPr lang="en-US" dirty="0" smtClean="0">
                  <a:ln w="1905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ambria" pitchFamily="18" charset="0"/>
                  <a:ea typeface="Cambria" pitchFamily="18" charset="0"/>
                </a:rPr>
                <a:t>Management </a:t>
              </a:r>
              <a:br>
                <a:rPr lang="en-US" dirty="0" smtClean="0">
                  <a:ln w="1905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ambria" pitchFamily="18" charset="0"/>
                  <a:ea typeface="Cambria" pitchFamily="18" charset="0"/>
                </a:rPr>
              </a:br>
              <a:r>
                <a:rPr lang="en-US" dirty="0" smtClean="0">
                  <a:ln w="1905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ambria" pitchFamily="18" charset="0"/>
                  <a:ea typeface="Cambria" pitchFamily="18" charset="0"/>
                </a:rPr>
                <a:t>System</a:t>
              </a:r>
              <a:endParaRPr lang="en-US" dirty="0"/>
            </a:p>
          </p:txBody>
        </p:sp>
        <p:sp>
          <p:nvSpPr>
            <p:cNvPr id="8" name="Subtitle 80">
              <a:extLst>
                <a:ext uri="{FF2B5EF4-FFF2-40B4-BE49-F238E27FC236}">
                  <a16:creationId xmlns:a16="http://schemas.microsoft.com/office/drawing/2014/main" id="{3F9E8A38-46A0-49FF-8F72-481E44F49E3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59194" y="5180274"/>
              <a:ext cx="5316582" cy="6874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 smtClean="0"/>
                <a:t>Rathod Krutarth(240160510040)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939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156" y="428991"/>
            <a:ext cx="3735976" cy="906100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l"/>
            <a:r>
              <a:rPr lang="en-US" sz="5400" b="1" dirty="0" smtClean="0">
                <a:solidFill>
                  <a:schemeClr val="bg1"/>
                </a:solidFill>
              </a:rPr>
              <a:t>Overview</a:t>
            </a:r>
            <a:endParaRPr lang="en-IN" sz="54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156" y="1584678"/>
            <a:ext cx="4850674" cy="4975906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Existing System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Problem in Existing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New System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Need of New System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E-R Diagram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Use-case Description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Use-case Diagram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Activity Diagram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Data Dictionary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3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558" y="366044"/>
            <a:ext cx="3661764" cy="923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  <a:latin typeface="+mj-lt"/>
              </a:rPr>
              <a:t>Introduction</a:t>
            </a:r>
            <a:endParaRPr lang="en-IN" sz="5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4557" y="1788620"/>
            <a:ext cx="7309425" cy="3416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solidFill>
                  <a:schemeClr val="bg1"/>
                </a:solidFill>
              </a:rPr>
              <a:t>The Online Quiz Management System is a web-based platform designed to create, manage, and conduct quizzes online. </a:t>
            </a:r>
          </a:p>
          <a:p>
            <a:pPr algn="just"/>
            <a:endParaRPr lang="en-US" sz="2400" b="1" dirty="0" smtClean="0">
              <a:solidFill>
                <a:schemeClr val="bg1"/>
              </a:solidFill>
            </a:endParaRPr>
          </a:p>
          <a:p>
            <a:pPr algn="just"/>
            <a:r>
              <a:rPr lang="en-US" sz="2400" b="1" dirty="0" smtClean="0">
                <a:solidFill>
                  <a:schemeClr val="bg1"/>
                </a:solidFill>
              </a:rPr>
              <a:t>It enables administrators to manage quizzes and user will take quizzes from any location. </a:t>
            </a:r>
          </a:p>
          <a:p>
            <a:pPr algn="just"/>
            <a:endParaRPr lang="en-US" sz="2400" b="1" dirty="0" smtClean="0">
              <a:solidFill>
                <a:schemeClr val="bg1"/>
              </a:solidFill>
            </a:endParaRPr>
          </a:p>
          <a:p>
            <a:pPr algn="just"/>
            <a:r>
              <a:rPr lang="en-US" sz="2400" b="1" dirty="0" smtClean="0">
                <a:solidFill>
                  <a:schemeClr val="bg1"/>
                </a:solidFill>
              </a:rPr>
              <a:t>It ensures automated evaluation and result generation, reducing manual effort and error.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74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949" y="419621"/>
            <a:ext cx="4885507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+mj-lt"/>
              </a:rPr>
              <a:t>Existing System</a:t>
            </a:r>
            <a:endParaRPr lang="en-IN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3949" y="1746781"/>
            <a:ext cx="6409507" cy="230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solidFill>
                  <a:schemeClr val="bg1"/>
                </a:solidFill>
              </a:rPr>
              <a:t>In the existing manual system: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Quizzes are conducted using paper.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Teachers manually grade student responses.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Data is not centralized or easily accessible.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Results may take time to be declared.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Students must be physically present.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87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3643" y="436468"/>
            <a:ext cx="6882044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+mj-lt"/>
              </a:rPr>
              <a:t>Problem in Existing System</a:t>
            </a:r>
            <a:endParaRPr lang="en-IN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53643" y="2020600"/>
            <a:ext cx="9038835" cy="267765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The existing manual quiz system: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It takes a lot of time to prepare question papers and check answers.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If there are many students, it becomes even harder to manage.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Mistakes can happen while checking or recording marks.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Also, students must come to school to take the quiz, which is not possible for everyone all the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There is no easy way to store or search old quiz records.</a:t>
            </a:r>
          </a:p>
        </p:txBody>
      </p:sp>
    </p:spTree>
    <p:extLst>
      <p:ext uri="{BB962C8B-B14F-4D97-AF65-F5344CB8AC3E}">
        <p14:creationId xmlns:p14="http://schemas.microsoft.com/office/powerpoint/2010/main" val="6244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949" y="419621"/>
            <a:ext cx="4885507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+mj-lt"/>
              </a:rPr>
              <a:t>New System</a:t>
            </a:r>
            <a:endParaRPr lang="en-IN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3948" y="1746781"/>
            <a:ext cx="10142077" cy="224676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The </a:t>
            </a:r>
            <a:r>
              <a:rPr lang="en-US" sz="2800" dirty="0">
                <a:solidFill>
                  <a:schemeClr val="bg1"/>
                </a:solidFill>
              </a:rPr>
              <a:t>Online Quiz Management System lets </a:t>
            </a:r>
            <a:r>
              <a:rPr lang="en-US" sz="2800" dirty="0" smtClean="0">
                <a:solidFill>
                  <a:schemeClr val="bg1"/>
                </a:solidFill>
              </a:rPr>
              <a:t>admin </a:t>
            </a:r>
            <a:r>
              <a:rPr lang="en-US" sz="2800" dirty="0">
                <a:solidFill>
                  <a:schemeClr val="bg1"/>
                </a:solidFill>
              </a:rPr>
              <a:t>create and manage quizzes on a computer.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User </a:t>
            </a:r>
            <a:r>
              <a:rPr lang="en-US" sz="2800" dirty="0">
                <a:solidFill>
                  <a:schemeClr val="bg1"/>
                </a:solidFill>
              </a:rPr>
              <a:t>can take quizzes online and get instant results.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The </a:t>
            </a:r>
            <a:r>
              <a:rPr lang="en-US" sz="2800" dirty="0">
                <a:solidFill>
                  <a:schemeClr val="bg1"/>
                </a:solidFill>
              </a:rPr>
              <a:t>system checks answers automatically and saves all data safely.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It </a:t>
            </a:r>
            <a:r>
              <a:rPr lang="en-US" sz="2800" dirty="0">
                <a:solidFill>
                  <a:schemeClr val="bg1"/>
                </a:solidFill>
              </a:rPr>
              <a:t>is easy to use and works from anywhere.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06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949" y="419621"/>
            <a:ext cx="6116729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+mj-lt"/>
              </a:rPr>
              <a:t>Need of New System</a:t>
            </a:r>
            <a:endParaRPr lang="en-IN"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3948" y="1746781"/>
            <a:ext cx="10142077" cy="35394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Online Quiz Management System </a:t>
            </a:r>
            <a:r>
              <a:rPr lang="en-US" sz="2800" dirty="0" smtClean="0">
                <a:solidFill>
                  <a:schemeClr val="bg1"/>
                </a:solidFill>
              </a:rPr>
              <a:t>saves </a:t>
            </a:r>
            <a:r>
              <a:rPr lang="en-US" sz="2800" dirty="0">
                <a:solidFill>
                  <a:schemeClr val="bg1"/>
                </a:solidFill>
              </a:rPr>
              <a:t>time for teachers by checking answers automatically and giving instant results.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Students </a:t>
            </a:r>
            <a:r>
              <a:rPr lang="en-US" sz="2800" dirty="0">
                <a:solidFill>
                  <a:schemeClr val="bg1"/>
                </a:solidFill>
              </a:rPr>
              <a:t>can take quizzes anytime from anywhere, which supports flexible learning.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All </a:t>
            </a:r>
            <a:r>
              <a:rPr lang="en-US" sz="2800" dirty="0">
                <a:solidFill>
                  <a:schemeClr val="bg1"/>
                </a:solidFill>
              </a:rPr>
              <a:t>data is stored safely in one place, making it easy to track performance and access past records.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The </a:t>
            </a:r>
            <a:r>
              <a:rPr lang="en-US" sz="2800" dirty="0">
                <a:solidFill>
                  <a:schemeClr val="bg1"/>
                </a:solidFill>
              </a:rPr>
              <a:t>system also reduces paper use, helping the environment and promoting digital education.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49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6361" y="3069955"/>
            <a:ext cx="3959939" cy="1077218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200" b="1" smtClean="0">
                <a:solidFill>
                  <a:schemeClr val="bg1"/>
                </a:solidFill>
              </a:rPr>
              <a:t>Entity </a:t>
            </a:r>
            <a:r>
              <a:rPr lang="en-US" sz="3200" b="1" dirty="0">
                <a:solidFill>
                  <a:schemeClr val="bg1"/>
                </a:solidFill>
              </a:rPr>
              <a:t>Relationship </a:t>
            </a:r>
            <a:endParaRPr lang="en-US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200" b="1" dirty="0" smtClean="0">
                <a:solidFill>
                  <a:schemeClr val="bg1"/>
                </a:solidFill>
              </a:rPr>
              <a:t>Diagram 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66069" y="340068"/>
            <a:ext cx="6243685" cy="6172200"/>
            <a:chOff x="5639692" y="252145"/>
            <a:chExt cx="6243685" cy="61722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9692" y="252145"/>
              <a:ext cx="6243685" cy="617220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9003323" y="3191608"/>
              <a:ext cx="1670539" cy="17232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8837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992" y="477078"/>
            <a:ext cx="2405270" cy="769441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Use case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7992" y="1669773"/>
            <a:ext cx="11092069" cy="1754326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Admin can login</a:t>
            </a:r>
            <a:r>
              <a:rPr lang="en-US" sz="3600" dirty="0" smtClean="0">
                <a:solidFill>
                  <a:schemeClr val="bg1"/>
                </a:solidFill>
              </a:rPr>
              <a:t>, create quiz, update quiz , delete quiz and manage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User can login , attempt quiz and get the result.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3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3"/>
          <a:stretch/>
        </p:blipFill>
        <p:spPr>
          <a:xfrm>
            <a:off x="2150374" y="139146"/>
            <a:ext cx="7891251" cy="660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8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0" b="4493"/>
          <a:stretch/>
        </p:blipFill>
        <p:spPr>
          <a:xfrm>
            <a:off x="5237922" y="-17585"/>
            <a:ext cx="6470374" cy="65498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835" y="2397612"/>
            <a:ext cx="4343399" cy="1446550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Activity Diagram :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Admin</a:t>
            </a:r>
            <a:endParaRPr lang="en-IN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2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8"/>
          <a:stretch/>
        </p:blipFill>
        <p:spPr>
          <a:xfrm>
            <a:off x="5903843" y="168965"/>
            <a:ext cx="6094016" cy="65598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6835" y="2397612"/>
            <a:ext cx="4343399" cy="1446550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Activity Diagram :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User</a:t>
            </a:r>
            <a:endParaRPr lang="en-IN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9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992" y="477078"/>
            <a:ext cx="3766930" cy="769441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Data Dictionary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7992" y="1669773"/>
            <a:ext cx="11092069" cy="2246769"/>
          </a:xfrm>
          <a:prstGeom prst="rect">
            <a:avLst/>
          </a:prstGeom>
          <a:solidFill>
            <a:srgbClr val="595959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Admin (</a:t>
            </a:r>
            <a:r>
              <a:rPr lang="en-US" sz="2800" dirty="0" err="1" smtClean="0">
                <a:solidFill>
                  <a:schemeClr val="bg1"/>
                </a:solidFill>
              </a:rPr>
              <a:t>admin_id</a:t>
            </a:r>
            <a:r>
              <a:rPr lang="en-US" sz="2800" dirty="0">
                <a:solidFill>
                  <a:schemeClr val="bg1"/>
                </a:solidFill>
              </a:rPr>
              <a:t>, username, email, password)	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User (</a:t>
            </a:r>
            <a:r>
              <a:rPr lang="en-US" sz="2800" dirty="0" err="1" smtClean="0">
                <a:solidFill>
                  <a:schemeClr val="bg1"/>
                </a:solidFill>
              </a:rPr>
              <a:t>user_id</a:t>
            </a:r>
            <a:r>
              <a:rPr lang="en-US" sz="2800" dirty="0">
                <a:solidFill>
                  <a:schemeClr val="bg1"/>
                </a:solidFill>
              </a:rPr>
              <a:t>, name, email, gender, age ,Password</a:t>
            </a:r>
            <a:r>
              <a:rPr lang="en-US" sz="2800" dirty="0" smtClean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Quiz (</a:t>
            </a:r>
            <a:r>
              <a:rPr lang="en-US" sz="2800" dirty="0" err="1" smtClean="0">
                <a:solidFill>
                  <a:schemeClr val="bg1"/>
                </a:solidFill>
              </a:rPr>
              <a:t>quiz_id</a:t>
            </a:r>
            <a:r>
              <a:rPr lang="en-US" sz="2800" dirty="0">
                <a:solidFill>
                  <a:schemeClr val="bg1"/>
                </a:solidFill>
              </a:rPr>
              <a:t>, description, title, </a:t>
            </a:r>
            <a:r>
              <a:rPr lang="en-US" sz="2800" dirty="0" err="1">
                <a:solidFill>
                  <a:schemeClr val="bg1"/>
                </a:solidFill>
              </a:rPr>
              <a:t>t_ques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ceration_date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createdBy</a:t>
            </a:r>
            <a:r>
              <a:rPr lang="en-US" sz="2800" dirty="0">
                <a:solidFill>
                  <a:schemeClr val="bg1"/>
                </a:solidFill>
              </a:rPr>
              <a:t>)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Question (</a:t>
            </a:r>
            <a:r>
              <a:rPr lang="en-US" sz="2800" dirty="0" err="1" smtClean="0">
                <a:solidFill>
                  <a:schemeClr val="bg1"/>
                </a:solidFill>
              </a:rPr>
              <a:t>quiz_id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ques_id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ques_text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opt_a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opt_b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opt_c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opt_d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ans</a:t>
            </a:r>
            <a:r>
              <a:rPr lang="en-US" sz="2800" dirty="0" smtClean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Result (</a:t>
            </a:r>
            <a:r>
              <a:rPr lang="en-US" sz="2800" dirty="0" err="1" smtClean="0">
                <a:solidFill>
                  <a:schemeClr val="bg1"/>
                </a:solidFill>
              </a:rPr>
              <a:t>res_id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quiz_id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user_id</a:t>
            </a:r>
            <a:r>
              <a:rPr lang="en-US" sz="2800" dirty="0">
                <a:solidFill>
                  <a:schemeClr val="bg1"/>
                </a:solidFill>
              </a:rPr>
              <a:t>, score, total, percentage, </a:t>
            </a:r>
            <a:r>
              <a:rPr lang="en-US" sz="2800" dirty="0" err="1">
                <a:solidFill>
                  <a:schemeClr val="bg1"/>
                </a:solidFill>
              </a:rPr>
              <a:t>data_taken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37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373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Office Theme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 Patel</dc:creator>
  <cp:lastModifiedBy>Riya Patel</cp:lastModifiedBy>
  <cp:revision>30</cp:revision>
  <dcterms:created xsi:type="dcterms:W3CDTF">2025-04-17T23:02:36Z</dcterms:created>
  <dcterms:modified xsi:type="dcterms:W3CDTF">2025-04-26T08:59:14Z</dcterms:modified>
</cp:coreProperties>
</file>